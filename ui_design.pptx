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C4C4C"/>
    <a:srgbClr val="56E9FF"/>
    <a:srgbClr val="0078D4"/>
    <a:srgbClr val="DE4102"/>
    <a:srgbClr val="C88118"/>
    <a:srgbClr val="C84C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727" autoAdjust="0"/>
  </p:normalViewPr>
  <p:slideViewPr>
    <p:cSldViewPr snapToGrid="0">
      <p:cViewPr>
        <p:scale>
          <a:sx n="75" d="100"/>
          <a:sy n="75" d="100"/>
        </p:scale>
        <p:origin x="119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1CAC2D-9721-45FA-895D-9F6D2BF93D1F}" type="datetimeFigureOut">
              <a:rPr lang="ko-KR" altLang="en-US" smtClean="0"/>
              <a:t>2024-10-19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4BC3C2-2EBF-4C75-A16E-7EA6E266C3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2753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4BC3C2-2EBF-4C75-A16E-7EA6E266C3E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505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DB3338-B7D0-3484-6ACB-8D9F56DC11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4B8C77D-9930-6E09-66A9-080089C0D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08C39-C752-9A27-3FD1-F03352053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3F5-FA32-4380-872A-0D826BB0881B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3CCBF0-B80B-B0CA-8DD0-FA6CA5BC6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4086B9-EF86-83D8-A621-9A702662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3F2D0-EBED-4671-9B61-3F6808F1A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292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E0E669-23B8-AAAA-9387-A6CCA2B6E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A2B585-96BF-89BD-9578-239AC06C3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0095C8-370E-9C80-5454-A6D072939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3F5-FA32-4380-872A-0D826BB0881B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0335F8-0988-4E8E-F01A-423542093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9B10340-B24E-2AA1-B33D-4E06244C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3F2D0-EBED-4671-9B61-3F6808F1A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43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7CFDC8-E743-3B8B-419D-7229B3B04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54DDE20-8FE8-C816-DA12-61960FCAD9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2323C2-1AE5-26AF-FF93-7C7E4F33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3F5-FA32-4380-872A-0D826BB0881B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90518C-8F49-7BC5-84BB-100203393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706874-0EC4-8C2E-B8B7-3399A61B5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3F2D0-EBED-4671-9B61-3F6808F1A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545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614E8F-FC64-7475-84F8-4E019DF56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09D698-3317-F99C-45E9-0D7B27C33B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4447C3-3489-1C1A-C8AE-B34B6F47B4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13176C5-EC40-2A0C-ECA2-2588F25A9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3F5-FA32-4380-872A-0D826BB0881B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D4E1A4-4F68-215C-E00D-0E57942FC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DEA566-7D63-126A-E425-6E9C6D801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3F2D0-EBED-4671-9B61-3F6808F1A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664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CD728-B03E-A21F-0FC1-54DCDCA98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38BF18-D585-2DB6-8A9D-1DCC9EA1F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1A6EE34-4A6B-FA4F-F0A3-EA11A8C033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CA7D2C1-9C24-959A-D6E7-7606274FE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2826D1-0A53-546C-9B8A-B5612F33B0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1B17658-A4F8-8584-3770-BEB356B4E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3F5-FA32-4380-872A-0D826BB0881B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5D844E8-CFAC-54BB-8146-8591C2AB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1320CE9-48D1-5B43-C44B-A4D08C727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3F2D0-EBED-4671-9B61-3F6808F1A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135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12EA6-337C-413E-6DBB-71B8FE4B1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1463B3B-1B9D-1E59-EE54-1A3D5DE9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3F5-FA32-4380-872A-0D826BB0881B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5D5EBD6-C16D-EF16-7A89-76A515DF3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CC9138-5BA2-6B2A-A439-F6C5D9054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3F2D0-EBED-4671-9B61-3F6808F1A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4918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00695-F880-3E2B-E307-EB1DAD3A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3F5-FA32-4380-872A-0D826BB0881B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8B64C2-966F-D278-1162-38DF274F6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01D870-6D44-2E1C-C499-6F48F7717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3F2D0-EBED-4671-9B61-3F6808F1A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533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29FA9-BF8E-618A-4344-F165ADE13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B9F92D-FEF4-8295-6B4F-EF61B9DD3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BAF1AC-1CB9-AD67-BA7E-A2D665F46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1DF0F4-D303-BADE-B414-A92C2D89E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3F5-FA32-4380-872A-0D826BB0881B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ADFD60-F3A5-7435-D0A6-73D1BCF552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594077-6A20-5AAE-D1FB-9604700CD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3F2D0-EBED-4671-9B61-3F6808F1A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580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FC3B4E-A906-EA96-486B-845389673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94CD8FD-7207-A2AB-E9DC-82CB7CDC12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487D101-01C6-A7FA-D980-01D8C8D52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C577F04-4642-615B-306B-CADEAA26D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3F5-FA32-4380-872A-0D826BB0881B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7D3255C-A5BD-6287-ABAA-E8D22EA88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268367-BA67-E553-1793-68DCDFB6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3F2D0-EBED-4671-9B61-3F6808F1A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4553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884474-6AAB-E19D-0E30-834095D7C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9BDA3F-916D-57CA-9760-C970891C3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C6D9BC-F23A-A64B-A506-15AF27977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3F5-FA32-4380-872A-0D826BB0881B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36E6BE-3983-522B-4A67-9EE2C8FA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46C109-9272-8876-580C-A556C3B57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3F2D0-EBED-4671-9B61-3F6808F1A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913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2B9BA99-7EC9-00BB-C4FF-8C7B31D17B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1F9362E-79F1-AB6C-D8A8-3AF99750AC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656D11C-3874-BC40-FF8C-97E9E66A5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3F5-FA32-4380-872A-0D826BB0881B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E59BB1-6074-876F-99A4-AA4687E4E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4DD6C7E-0451-C3C8-5912-BDAFC2FE0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83F2D0-EBED-4671-9B61-3F6808F1A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6986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0C99C1F-7F21-4FEE-6AE5-4201B13D1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7D0D7F-AF2C-1812-5D60-65F2AA030E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422BBD-5D17-D9B7-12C1-66DC4FD30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F383F5-FA32-4380-872A-0D826BB0881B}" type="datetimeFigureOut">
              <a:rPr lang="ko-KR" altLang="en-US" smtClean="0"/>
              <a:t>2024-10-18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478DEE-FFDA-63DF-91CC-85537E0CD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64F352-068D-CC0C-8015-2E5F1D6C7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83F2D0-EBED-4671-9B61-3F6808F1A9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9515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26" Type="http://schemas.openxmlformats.org/officeDocument/2006/relationships/image" Target="../media/image26.svg"/><Relationship Id="rId21" Type="http://schemas.openxmlformats.org/officeDocument/2006/relationships/image" Target="../media/image21.png"/><Relationship Id="rId34" Type="http://schemas.openxmlformats.org/officeDocument/2006/relationships/image" Target="../media/image34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38" Type="http://schemas.openxmlformats.org/officeDocument/2006/relationships/image" Target="../media/image38.gi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svg"/><Relationship Id="rId32" Type="http://schemas.openxmlformats.org/officeDocument/2006/relationships/image" Target="../media/image32.svg"/><Relationship Id="rId37" Type="http://schemas.openxmlformats.org/officeDocument/2006/relationships/image" Target="../media/image37.sv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svg"/><Relationship Id="rId36" Type="http://schemas.openxmlformats.org/officeDocument/2006/relationships/image" Target="../media/image36.png"/><Relationship Id="rId10" Type="http://schemas.openxmlformats.org/officeDocument/2006/relationships/image" Target="../media/image10.sv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svg"/><Relationship Id="rId27" Type="http://schemas.openxmlformats.org/officeDocument/2006/relationships/image" Target="../media/image27.png"/><Relationship Id="rId30" Type="http://schemas.openxmlformats.org/officeDocument/2006/relationships/image" Target="../media/image30.svg"/><Relationship Id="rId35" Type="http://schemas.openxmlformats.org/officeDocument/2006/relationships/image" Target="../media/image35.png"/><Relationship Id="rId8" Type="http://schemas.openxmlformats.org/officeDocument/2006/relationships/image" Target="../media/image8.sv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Avengers ageofultron motiongraphics uireel UI ironman">
            <a:extLst>
              <a:ext uri="{FF2B5EF4-FFF2-40B4-BE49-F238E27FC236}">
                <a16:creationId xmlns:a16="http://schemas.microsoft.com/office/drawing/2014/main" id="{245F214E-079F-1B46-A07A-6582B9397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906" y="0"/>
            <a:ext cx="1221581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8230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03ED6BDF-3460-34FC-3208-9EE51AC217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12188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7138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래픽 7" descr="End 단색으로 채워진">
            <a:extLst>
              <a:ext uri="{FF2B5EF4-FFF2-40B4-BE49-F238E27FC236}">
                <a16:creationId xmlns:a16="http://schemas.microsoft.com/office/drawing/2014/main" id="{062E595F-BA6D-CC43-8917-C7B0067048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4706" y="2185851"/>
            <a:ext cx="1080000" cy="1080000"/>
          </a:xfrm>
          <a:prstGeom prst="rect">
            <a:avLst/>
          </a:prstGeom>
        </p:spPr>
      </p:pic>
      <p:pic>
        <p:nvPicPr>
          <p:cNvPr id="12" name="그래픽 11" descr="End 단색으로 채워진">
            <a:extLst>
              <a:ext uri="{FF2B5EF4-FFF2-40B4-BE49-F238E27FC236}">
                <a16:creationId xmlns:a16="http://schemas.microsoft.com/office/drawing/2014/main" id="{8957D762-527D-E3B0-6A86-B522B23BD6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9072" y="2185851"/>
            <a:ext cx="1080000" cy="1080000"/>
          </a:xfrm>
          <a:prstGeom prst="rect">
            <a:avLst/>
          </a:prstGeom>
        </p:spPr>
      </p:pic>
      <p:pic>
        <p:nvPicPr>
          <p:cNvPr id="13" name="그래픽 12" descr="End 단색으로 채워진">
            <a:extLst>
              <a:ext uri="{FF2B5EF4-FFF2-40B4-BE49-F238E27FC236}">
                <a16:creationId xmlns:a16="http://schemas.microsoft.com/office/drawing/2014/main" id="{71F27B0E-A635-9A01-AE96-5610E50BC77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23438" y="2185851"/>
            <a:ext cx="1080000" cy="1080000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76ABB00A-6ADF-D7F3-6104-2F5491690C56}"/>
              </a:ext>
            </a:extLst>
          </p:cNvPr>
          <p:cNvGrpSpPr/>
          <p:nvPr/>
        </p:nvGrpSpPr>
        <p:grpSpPr>
          <a:xfrm>
            <a:off x="2615202" y="1870075"/>
            <a:ext cx="1080000" cy="1440000"/>
            <a:chOff x="-877298" y="3717925"/>
            <a:chExt cx="1080000" cy="1440000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FCC2F576-9E33-35C7-FFC8-43925A7D05E6}"/>
                </a:ext>
              </a:extLst>
            </p:cNvPr>
            <p:cNvSpPr/>
            <p:nvPr/>
          </p:nvSpPr>
          <p:spPr>
            <a:xfrm>
              <a:off x="-877298" y="3717925"/>
              <a:ext cx="1080000" cy="14400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832768CD-8AA1-19A7-CC84-C2EB652D70DD}"/>
                </a:ext>
              </a:extLst>
            </p:cNvPr>
            <p:cNvGrpSpPr/>
            <p:nvPr/>
          </p:nvGrpSpPr>
          <p:grpSpPr>
            <a:xfrm>
              <a:off x="-877298" y="4077925"/>
              <a:ext cx="1080000" cy="1080000"/>
              <a:chOff x="7167154" y="2808651"/>
              <a:chExt cx="1802675" cy="1815601"/>
            </a:xfrm>
          </p:grpSpPr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F805F4A3-AECB-265F-92DA-851D7F30DA3C}"/>
                  </a:ext>
                </a:extLst>
              </p:cNvPr>
              <p:cNvSpPr/>
              <p:nvPr/>
            </p:nvSpPr>
            <p:spPr>
              <a:xfrm>
                <a:off x="7167154" y="2821577"/>
                <a:ext cx="1802675" cy="1802675"/>
              </a:xfrm>
              <a:prstGeom prst="rect">
                <a:avLst/>
              </a:prstGeom>
              <a:noFill/>
              <a:ln w="19050">
                <a:solidFill>
                  <a:srgbClr val="74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A20C02A3-D5DD-5516-4681-7F143A499680}"/>
                  </a:ext>
                </a:extLst>
              </p:cNvPr>
              <p:cNvCxnSpPr/>
              <p:nvPr/>
            </p:nvCxnSpPr>
            <p:spPr>
              <a:xfrm flipH="1">
                <a:off x="7167154" y="2808651"/>
                <a:ext cx="1802675" cy="1815601"/>
              </a:xfrm>
              <a:prstGeom prst="line">
                <a:avLst/>
              </a:prstGeom>
              <a:ln w="19050">
                <a:solidFill>
                  <a:srgbClr val="74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5078CB6E-953E-8028-69A2-CB21BC5D80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67154" y="2808651"/>
                <a:ext cx="1802675" cy="1815601"/>
              </a:xfrm>
              <a:prstGeom prst="line">
                <a:avLst/>
              </a:prstGeom>
              <a:ln w="19050">
                <a:solidFill>
                  <a:srgbClr val="74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8002730-D613-8183-D726-9DB424D21A79}"/>
                </a:ext>
              </a:extLst>
            </p:cNvPr>
            <p:cNvSpPr txBox="1"/>
            <p:nvPr/>
          </p:nvSpPr>
          <p:spPr>
            <a:xfrm>
              <a:off x="-775078" y="3717925"/>
              <a:ext cx="87556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500" dirty="0">
                  <a:solidFill>
                    <a:srgbClr val="888888"/>
                  </a:solidFill>
                  <a:latin typeface="Oxanium Light" panose="02000303000000000000" pitchFamily="2" charset="2"/>
                </a:rPr>
                <a:t>No data</a:t>
              </a:r>
              <a:endParaRPr lang="ko-KR" altLang="en-US" sz="1500" dirty="0">
                <a:solidFill>
                  <a:srgbClr val="888888"/>
                </a:solidFill>
                <a:latin typeface="Oxanium Light" panose="02000303000000000000" pitchFamily="2" charset="2"/>
              </a:endParaRPr>
            </a:p>
          </p:txBody>
        </p:sp>
      </p:grpSp>
      <p:pic>
        <p:nvPicPr>
          <p:cNvPr id="31" name="그래픽 30" descr="열린 폴더 단색으로 채워진">
            <a:extLst>
              <a:ext uri="{FF2B5EF4-FFF2-40B4-BE49-F238E27FC236}">
                <a16:creationId xmlns:a16="http://schemas.microsoft.com/office/drawing/2014/main" id="{516C7D0E-E9EF-A9C2-356D-F900EC43A2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3063" y="1792401"/>
            <a:ext cx="1080000" cy="1080000"/>
          </a:xfrm>
          <a:prstGeom prst="rect">
            <a:avLst/>
          </a:prstGeom>
        </p:spPr>
      </p:pic>
      <p:pic>
        <p:nvPicPr>
          <p:cNvPr id="34" name="그래픽 33" descr="용지 단색으로 채워진">
            <a:extLst>
              <a:ext uri="{FF2B5EF4-FFF2-40B4-BE49-F238E27FC236}">
                <a16:creationId xmlns:a16="http://schemas.microsoft.com/office/drawing/2014/main" id="{C618A239-44F4-AABF-223C-56C73EC7EDD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93063" y="3633730"/>
            <a:ext cx="1080000" cy="1080000"/>
          </a:xfrm>
          <a:prstGeom prst="rect">
            <a:avLst/>
          </a:prstGeom>
        </p:spPr>
      </p:pic>
      <p:pic>
        <p:nvPicPr>
          <p:cNvPr id="45" name="그래픽 44" descr="목록 단색으로 채워진">
            <a:extLst>
              <a:ext uri="{FF2B5EF4-FFF2-40B4-BE49-F238E27FC236}">
                <a16:creationId xmlns:a16="http://schemas.microsoft.com/office/drawing/2014/main" id="{09FFA38E-AD16-9DDE-F6B8-40AFB6A0515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984276" y="3633730"/>
            <a:ext cx="1080000" cy="1080000"/>
          </a:xfrm>
          <a:prstGeom prst="rect">
            <a:avLst/>
          </a:prstGeom>
        </p:spPr>
      </p:pic>
      <p:pic>
        <p:nvPicPr>
          <p:cNvPr id="46" name="그래픽 45" descr="열린 폴더 단색으로 채워진">
            <a:extLst>
              <a:ext uri="{FF2B5EF4-FFF2-40B4-BE49-F238E27FC236}">
                <a16:creationId xmlns:a16="http://schemas.microsoft.com/office/drawing/2014/main" id="{18E54455-BB76-73EB-DF1F-2510FF603B6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93063" y="2656056"/>
            <a:ext cx="1080000" cy="108000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0AEF497C-780A-DCD6-7CEF-369045D47356}"/>
              </a:ext>
            </a:extLst>
          </p:cNvPr>
          <p:cNvSpPr/>
          <p:nvPr/>
        </p:nvSpPr>
        <p:spPr>
          <a:xfrm>
            <a:off x="762000" y="947737"/>
            <a:ext cx="828675" cy="828675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65BBFB9F-3DAE-58D5-7090-3C630438AF87}"/>
              </a:ext>
            </a:extLst>
          </p:cNvPr>
          <p:cNvSpPr/>
          <p:nvPr/>
        </p:nvSpPr>
        <p:spPr>
          <a:xfrm>
            <a:off x="1609725" y="947737"/>
            <a:ext cx="828675" cy="828675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A65A6AB-634E-B027-F65A-CA0F3E4A803C}"/>
              </a:ext>
            </a:extLst>
          </p:cNvPr>
          <p:cNvSpPr/>
          <p:nvPr/>
        </p:nvSpPr>
        <p:spPr>
          <a:xfrm>
            <a:off x="3377639" y="938994"/>
            <a:ext cx="828675" cy="828675"/>
          </a:xfrm>
          <a:prstGeom prst="rect">
            <a:avLst/>
          </a:prstGeom>
          <a:solidFill>
            <a:srgbClr val="FC58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2" name="그래픽 51" descr="표식 단색으로 채워진">
            <a:extLst>
              <a:ext uri="{FF2B5EF4-FFF2-40B4-BE49-F238E27FC236}">
                <a16:creationId xmlns:a16="http://schemas.microsoft.com/office/drawing/2014/main" id="{0A32B470-4E96-2FEF-8E91-0F7B4955454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35938" y="3594138"/>
            <a:ext cx="1080000" cy="1080000"/>
          </a:xfrm>
          <a:prstGeom prst="rect">
            <a:avLst/>
          </a:prstGeom>
        </p:spPr>
      </p:pic>
      <p:sp>
        <p:nvSpPr>
          <p:cNvPr id="55" name="직사각형 54">
            <a:extLst>
              <a:ext uri="{FF2B5EF4-FFF2-40B4-BE49-F238E27FC236}">
                <a16:creationId xmlns:a16="http://schemas.microsoft.com/office/drawing/2014/main" id="{F0740406-EBA3-179E-1BDF-FCB6A7194039}"/>
              </a:ext>
            </a:extLst>
          </p:cNvPr>
          <p:cNvSpPr/>
          <p:nvPr/>
        </p:nvSpPr>
        <p:spPr>
          <a:xfrm>
            <a:off x="4269565" y="947737"/>
            <a:ext cx="828675" cy="828675"/>
          </a:xfrm>
          <a:prstGeom prst="rect">
            <a:avLst/>
          </a:prstGeom>
          <a:solidFill>
            <a:srgbClr val="4C4C4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9A6A967E-4688-5B9B-A671-4B784A1D6953}"/>
              </a:ext>
            </a:extLst>
          </p:cNvPr>
          <p:cNvGrpSpPr/>
          <p:nvPr/>
        </p:nvGrpSpPr>
        <p:grpSpPr>
          <a:xfrm>
            <a:off x="3415489" y="3609128"/>
            <a:ext cx="1080000" cy="1080000"/>
            <a:chOff x="3636238" y="5459526"/>
            <a:chExt cx="1080000" cy="1080000"/>
          </a:xfrm>
        </p:grpSpPr>
        <p:pic>
          <p:nvPicPr>
            <p:cNvPr id="56" name="그래픽 55" descr="열린 폴더 단색으로 채워진">
              <a:extLst>
                <a:ext uri="{FF2B5EF4-FFF2-40B4-BE49-F238E27FC236}">
                  <a16:creationId xmlns:a16="http://schemas.microsoft.com/office/drawing/2014/main" id="{245A1030-0483-9330-5534-4700D5D07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3636238" y="5459526"/>
              <a:ext cx="1080000" cy="1080000"/>
            </a:xfrm>
            <a:prstGeom prst="rect">
              <a:avLst/>
            </a:prstGeom>
          </p:spPr>
        </p:pic>
        <p:pic>
          <p:nvPicPr>
            <p:cNvPr id="49" name="그래픽 48" descr="돋보기 단색으로 채워진">
              <a:extLst>
                <a:ext uri="{FF2B5EF4-FFF2-40B4-BE49-F238E27FC236}">
                  <a16:creationId xmlns:a16="http://schemas.microsoft.com/office/drawing/2014/main" id="{31F8E892-1870-903C-6DA6-40131882C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010025" y="5819775"/>
              <a:ext cx="628650" cy="628650"/>
            </a:xfrm>
            <a:prstGeom prst="rect">
              <a:avLst/>
            </a:prstGeom>
          </p:spPr>
        </p:pic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F67DEE94-B48C-3F06-75C5-6FC6E65E5BDF}"/>
              </a:ext>
            </a:extLst>
          </p:cNvPr>
          <p:cNvGrpSpPr/>
          <p:nvPr/>
        </p:nvGrpSpPr>
        <p:grpSpPr>
          <a:xfrm>
            <a:off x="4606114" y="3609128"/>
            <a:ext cx="1080000" cy="1080000"/>
            <a:chOff x="4606114" y="3609128"/>
            <a:chExt cx="1080000" cy="1080000"/>
          </a:xfrm>
        </p:grpSpPr>
        <p:pic>
          <p:nvPicPr>
            <p:cNvPr id="63" name="그래픽 62" descr="열린 폴더 단색으로 채워진">
              <a:extLst>
                <a:ext uri="{FF2B5EF4-FFF2-40B4-BE49-F238E27FC236}">
                  <a16:creationId xmlns:a16="http://schemas.microsoft.com/office/drawing/2014/main" id="{2F44C06B-7A0A-E380-0AEF-A826EDEC76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4606114" y="3609128"/>
              <a:ext cx="1080000" cy="1080000"/>
            </a:xfrm>
            <a:prstGeom prst="rect">
              <a:avLst/>
            </a:prstGeom>
          </p:spPr>
        </p:pic>
        <p:pic>
          <p:nvPicPr>
            <p:cNvPr id="64" name="그래픽 63" descr="돋보기 단색으로 채워진">
              <a:extLst>
                <a:ext uri="{FF2B5EF4-FFF2-40B4-BE49-F238E27FC236}">
                  <a16:creationId xmlns:a16="http://schemas.microsoft.com/office/drawing/2014/main" id="{51096B81-58E0-5679-62D3-66048262EA2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4979901" y="3969377"/>
              <a:ext cx="628650" cy="628650"/>
            </a:xfrm>
            <a:prstGeom prst="rect">
              <a:avLst/>
            </a:prstGeom>
          </p:spPr>
        </p:pic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1C976A79-47C9-FDA7-D645-9BA2DD81B883}"/>
              </a:ext>
            </a:extLst>
          </p:cNvPr>
          <p:cNvGrpSpPr/>
          <p:nvPr/>
        </p:nvGrpSpPr>
        <p:grpSpPr>
          <a:xfrm>
            <a:off x="5672914" y="3609128"/>
            <a:ext cx="1080000" cy="1080000"/>
            <a:chOff x="3636238" y="5459526"/>
            <a:chExt cx="1080000" cy="1080000"/>
          </a:xfrm>
        </p:grpSpPr>
        <p:pic>
          <p:nvPicPr>
            <p:cNvPr id="66" name="그래픽 65" descr="열린 폴더 단색으로 채워진">
              <a:extLst>
                <a:ext uri="{FF2B5EF4-FFF2-40B4-BE49-F238E27FC236}">
                  <a16:creationId xmlns:a16="http://schemas.microsoft.com/office/drawing/2014/main" id="{7C9927DC-ED25-252E-752B-38E0E74D5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3636238" y="5459526"/>
              <a:ext cx="1080000" cy="1080000"/>
            </a:xfrm>
            <a:prstGeom prst="rect">
              <a:avLst/>
            </a:prstGeom>
          </p:spPr>
        </p:pic>
        <p:pic>
          <p:nvPicPr>
            <p:cNvPr id="67" name="그래픽 66" descr="돋보기 단색으로 채워진">
              <a:extLst>
                <a:ext uri="{FF2B5EF4-FFF2-40B4-BE49-F238E27FC236}">
                  <a16:creationId xmlns:a16="http://schemas.microsoft.com/office/drawing/2014/main" id="{4E76B0DA-FDAE-7A09-94EC-E21F280284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4010025" y="5819775"/>
              <a:ext cx="628650" cy="628650"/>
            </a:xfrm>
            <a:prstGeom prst="rect">
              <a:avLst/>
            </a:prstGeom>
          </p:spPr>
        </p:pic>
      </p:grpSp>
      <p:sp>
        <p:nvSpPr>
          <p:cNvPr id="4" name="직사각형 3">
            <a:extLst>
              <a:ext uri="{FF2B5EF4-FFF2-40B4-BE49-F238E27FC236}">
                <a16:creationId xmlns:a16="http://schemas.microsoft.com/office/drawing/2014/main" id="{F61BF3DE-E339-E8EF-0EB9-D1F549267E5D}"/>
              </a:ext>
            </a:extLst>
          </p:cNvPr>
          <p:cNvSpPr/>
          <p:nvPr/>
        </p:nvSpPr>
        <p:spPr>
          <a:xfrm>
            <a:off x="2476959" y="947737"/>
            <a:ext cx="856853" cy="832215"/>
          </a:xfrm>
          <a:prstGeom prst="rect">
            <a:avLst/>
          </a:prstGeom>
          <a:solidFill>
            <a:srgbClr val="DE41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9F37B84-1B93-C86F-B95E-2DC21EBD91A3}"/>
              </a:ext>
            </a:extLst>
          </p:cNvPr>
          <p:cNvGrpSpPr/>
          <p:nvPr/>
        </p:nvGrpSpPr>
        <p:grpSpPr>
          <a:xfrm>
            <a:off x="1295400" y="4943475"/>
            <a:ext cx="1080000" cy="1080000"/>
            <a:chOff x="1295400" y="4943475"/>
            <a:chExt cx="1080000" cy="1080000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98B28200-E540-6020-6431-7A1C932ACAF2}"/>
                </a:ext>
              </a:extLst>
            </p:cNvPr>
            <p:cNvSpPr/>
            <p:nvPr/>
          </p:nvSpPr>
          <p:spPr>
            <a:xfrm>
              <a:off x="1295400" y="4943475"/>
              <a:ext cx="1080000" cy="1080000"/>
            </a:xfrm>
            <a:prstGeom prst="roundRect">
              <a:avLst>
                <a:gd name="adj" fmla="val 0"/>
              </a:avLst>
            </a:prstGeom>
            <a:noFill/>
            <a:ln w="76200">
              <a:solidFill>
                <a:srgbClr val="4C4C4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001BA2E0-C1FE-8DA1-450B-45CD16EE4B9C}"/>
                </a:ext>
              </a:extLst>
            </p:cNvPr>
            <p:cNvGrpSpPr/>
            <p:nvPr/>
          </p:nvGrpSpPr>
          <p:grpSpPr>
            <a:xfrm>
              <a:off x="1514725" y="5162800"/>
              <a:ext cx="641350" cy="641350"/>
              <a:chOff x="1514725" y="5162800"/>
              <a:chExt cx="641350" cy="641350"/>
            </a:xfrm>
          </p:grpSpPr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062D5D3B-48B3-AB6C-AC37-ED7D64E1BB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4725" y="5483475"/>
                <a:ext cx="641350" cy="0"/>
              </a:xfrm>
              <a:prstGeom prst="line">
                <a:avLst/>
              </a:prstGeom>
              <a:noFill/>
              <a:ln w="76200">
                <a:solidFill>
                  <a:srgbClr val="4C4C4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E5595730-95FB-1E6A-A8D2-2684EF009ED1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514725" y="5483475"/>
                <a:ext cx="641350" cy="0"/>
              </a:xfrm>
              <a:prstGeom prst="line">
                <a:avLst/>
              </a:prstGeom>
              <a:noFill/>
              <a:ln w="76200">
                <a:solidFill>
                  <a:srgbClr val="4C4C4C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77A1A2D-C134-CA5C-C15A-EA6C7763875B}"/>
              </a:ext>
            </a:extLst>
          </p:cNvPr>
          <p:cNvGrpSpPr/>
          <p:nvPr/>
        </p:nvGrpSpPr>
        <p:grpSpPr>
          <a:xfrm>
            <a:off x="2686050" y="4943475"/>
            <a:ext cx="1080000" cy="1080000"/>
            <a:chOff x="1295400" y="4943475"/>
            <a:chExt cx="1080000" cy="1080000"/>
          </a:xfrm>
        </p:grpSpPr>
        <p:sp>
          <p:nvSpPr>
            <p:cNvPr id="26" name="사각형: 둥근 모서리 25">
              <a:extLst>
                <a:ext uri="{FF2B5EF4-FFF2-40B4-BE49-F238E27FC236}">
                  <a16:creationId xmlns:a16="http://schemas.microsoft.com/office/drawing/2014/main" id="{D3AB8008-F5A2-2DA9-E3C6-45CA14C274DE}"/>
                </a:ext>
              </a:extLst>
            </p:cNvPr>
            <p:cNvSpPr/>
            <p:nvPr/>
          </p:nvSpPr>
          <p:spPr>
            <a:xfrm>
              <a:off x="1295400" y="4943475"/>
              <a:ext cx="1080000" cy="1080000"/>
            </a:xfrm>
            <a:prstGeom prst="roundRect">
              <a:avLst>
                <a:gd name="adj" fmla="val 0"/>
              </a:avLst>
            </a:prstGeom>
            <a:noFill/>
            <a:ln w="76200">
              <a:solidFill>
                <a:srgbClr val="4C4C4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A5466928-4B8D-5012-8664-41C9F0DA63CB}"/>
                </a:ext>
              </a:extLst>
            </p:cNvPr>
            <p:cNvCxnSpPr>
              <a:cxnSpLocks/>
            </p:cNvCxnSpPr>
            <p:nvPr/>
          </p:nvCxnSpPr>
          <p:spPr>
            <a:xfrm>
              <a:off x="1514725" y="5483475"/>
              <a:ext cx="641350" cy="0"/>
            </a:xfrm>
            <a:prstGeom prst="line">
              <a:avLst/>
            </a:prstGeom>
            <a:noFill/>
            <a:ln w="76200">
              <a:solidFill>
                <a:srgbClr val="4C4C4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5A4C510-195C-4CF8-D114-F0F1A136EB12}"/>
              </a:ext>
            </a:extLst>
          </p:cNvPr>
          <p:cNvGrpSpPr/>
          <p:nvPr/>
        </p:nvGrpSpPr>
        <p:grpSpPr>
          <a:xfrm>
            <a:off x="4224636" y="4832115"/>
            <a:ext cx="1080000" cy="1080000"/>
            <a:chOff x="4861634" y="5181436"/>
            <a:chExt cx="1080000" cy="108000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B7B3B9EA-C44B-921F-A40F-D6849D71B642}"/>
                </a:ext>
              </a:extLst>
            </p:cNvPr>
            <p:cNvSpPr/>
            <p:nvPr/>
          </p:nvSpPr>
          <p:spPr>
            <a:xfrm>
              <a:off x="5155750" y="5475552"/>
              <a:ext cx="491769" cy="491769"/>
            </a:xfrm>
            <a:prstGeom prst="ellipse">
              <a:avLst/>
            </a:prstGeom>
            <a:solidFill>
              <a:srgbClr val="4C4C4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6CA5980F-4197-434A-BB47-F160DD092A50}"/>
                </a:ext>
              </a:extLst>
            </p:cNvPr>
            <p:cNvSpPr/>
            <p:nvPr/>
          </p:nvSpPr>
          <p:spPr>
            <a:xfrm>
              <a:off x="4861634" y="5181436"/>
              <a:ext cx="1080000" cy="10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43F0BB6A-A328-A298-D451-EA8E87E6E3FA}"/>
              </a:ext>
            </a:extLst>
          </p:cNvPr>
          <p:cNvGrpSpPr/>
          <p:nvPr/>
        </p:nvGrpSpPr>
        <p:grpSpPr>
          <a:xfrm>
            <a:off x="5526963" y="4832115"/>
            <a:ext cx="1080000" cy="1080000"/>
            <a:chOff x="4861634" y="5181436"/>
            <a:chExt cx="1080000" cy="1080000"/>
          </a:xfrm>
        </p:grpSpPr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9CAB740-AE80-C616-F8C5-B2E0DF01D609}"/>
                </a:ext>
              </a:extLst>
            </p:cNvPr>
            <p:cNvSpPr/>
            <p:nvPr/>
          </p:nvSpPr>
          <p:spPr>
            <a:xfrm>
              <a:off x="5155750" y="5475552"/>
              <a:ext cx="491769" cy="491769"/>
            </a:xfrm>
            <a:prstGeom prst="ellipse">
              <a:avLst/>
            </a:prstGeom>
            <a:solidFill>
              <a:srgbClr val="56E9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3CEF86A-2B55-5FEE-4D0A-C0AD4E411A7B}"/>
                </a:ext>
              </a:extLst>
            </p:cNvPr>
            <p:cNvSpPr/>
            <p:nvPr/>
          </p:nvSpPr>
          <p:spPr>
            <a:xfrm>
              <a:off x="4861634" y="5181436"/>
              <a:ext cx="1080000" cy="10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674BB8C-3667-B9D9-D55C-D0885F6CE62E}"/>
              </a:ext>
            </a:extLst>
          </p:cNvPr>
          <p:cNvGrpSpPr/>
          <p:nvPr/>
        </p:nvGrpSpPr>
        <p:grpSpPr>
          <a:xfrm>
            <a:off x="7242852" y="4944686"/>
            <a:ext cx="1080000" cy="1080000"/>
            <a:chOff x="7242852" y="4944686"/>
            <a:chExt cx="1080000" cy="1080000"/>
          </a:xfrm>
        </p:grpSpPr>
        <p:sp>
          <p:nvSpPr>
            <p:cNvPr id="33" name="사각형: 둥근 모서리 32">
              <a:extLst>
                <a:ext uri="{FF2B5EF4-FFF2-40B4-BE49-F238E27FC236}">
                  <a16:creationId xmlns:a16="http://schemas.microsoft.com/office/drawing/2014/main" id="{D5A8390C-1C00-F0FD-06FE-C58FB4D630A4}"/>
                </a:ext>
              </a:extLst>
            </p:cNvPr>
            <p:cNvSpPr/>
            <p:nvPr/>
          </p:nvSpPr>
          <p:spPr>
            <a:xfrm>
              <a:off x="7242852" y="4944686"/>
              <a:ext cx="1080000" cy="1080000"/>
            </a:xfrm>
            <a:prstGeom prst="roundRect">
              <a:avLst>
                <a:gd name="adj" fmla="val 0"/>
              </a:avLst>
            </a:prstGeom>
            <a:noFill/>
            <a:ln w="76200">
              <a:solidFill>
                <a:srgbClr val="4C4C4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" name="그래픽 22" descr="디스크 단색으로 채워진">
              <a:extLst>
                <a:ext uri="{FF2B5EF4-FFF2-40B4-BE49-F238E27FC236}">
                  <a16:creationId xmlns:a16="http://schemas.microsoft.com/office/drawing/2014/main" id="{36B7C104-816A-6B8C-3A18-993D5B5FD80F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rcRect l="10388" t="9136" r="10386" b="9136"/>
            <a:stretch/>
          </p:blipFill>
          <p:spPr>
            <a:xfrm>
              <a:off x="7330415" y="5017961"/>
              <a:ext cx="904875" cy="933451"/>
            </a:xfrm>
            <a:prstGeom prst="rect">
              <a:avLst/>
            </a:prstGeom>
          </p:spPr>
        </p:pic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594C2EC-8C59-D774-4CEA-45F023B39D29}"/>
              </a:ext>
            </a:extLst>
          </p:cNvPr>
          <p:cNvGrpSpPr/>
          <p:nvPr/>
        </p:nvGrpSpPr>
        <p:grpSpPr>
          <a:xfrm>
            <a:off x="8486025" y="4944686"/>
            <a:ext cx="1080000" cy="1080000"/>
            <a:chOff x="8486025" y="4944686"/>
            <a:chExt cx="1080000" cy="1080000"/>
          </a:xfrm>
        </p:grpSpPr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1F669702-DB89-044E-B742-FAFF3BB0C212}"/>
                </a:ext>
              </a:extLst>
            </p:cNvPr>
            <p:cNvSpPr/>
            <p:nvPr/>
          </p:nvSpPr>
          <p:spPr>
            <a:xfrm>
              <a:off x="8486025" y="4944686"/>
              <a:ext cx="1080000" cy="1080000"/>
            </a:xfrm>
            <a:prstGeom prst="roundRect">
              <a:avLst>
                <a:gd name="adj" fmla="val 0"/>
              </a:avLst>
            </a:prstGeom>
            <a:noFill/>
            <a:ln w="76200">
              <a:solidFill>
                <a:srgbClr val="4C4C4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원호 43">
              <a:extLst>
                <a:ext uri="{FF2B5EF4-FFF2-40B4-BE49-F238E27FC236}">
                  <a16:creationId xmlns:a16="http://schemas.microsoft.com/office/drawing/2014/main" id="{6A55F0C3-9413-8AA6-CE60-7F2CCD8E82B1}"/>
                </a:ext>
              </a:extLst>
            </p:cNvPr>
            <p:cNvSpPr/>
            <p:nvPr/>
          </p:nvSpPr>
          <p:spPr>
            <a:xfrm>
              <a:off x="8690745" y="5149406"/>
              <a:ext cx="670560" cy="670560"/>
            </a:xfrm>
            <a:prstGeom prst="arc">
              <a:avLst>
                <a:gd name="adj1" fmla="val 1667995"/>
                <a:gd name="adj2" fmla="val 0"/>
              </a:avLst>
            </a:prstGeom>
            <a:ln w="101600">
              <a:solidFill>
                <a:srgbClr val="4C4C4C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10900E70-E01B-BA01-32C5-69614E62A0D3}"/>
              </a:ext>
            </a:extLst>
          </p:cNvPr>
          <p:cNvSpPr/>
          <p:nvPr/>
        </p:nvSpPr>
        <p:spPr>
          <a:xfrm>
            <a:off x="5572125" y="947737"/>
            <a:ext cx="828675" cy="828675"/>
          </a:xfrm>
          <a:prstGeom prst="rect">
            <a:avLst/>
          </a:prstGeom>
          <a:solidFill>
            <a:srgbClr val="56E9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8" name="그래픽 77" descr="서명 단색으로 채워진">
            <a:extLst>
              <a:ext uri="{FF2B5EF4-FFF2-40B4-BE49-F238E27FC236}">
                <a16:creationId xmlns:a16="http://schemas.microsoft.com/office/drawing/2014/main" id="{0DB73B60-A069-91DC-CA4D-1D008ED6AE52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41895" t="30596" r="2365" b="13664"/>
          <a:stretch/>
        </p:blipFill>
        <p:spPr>
          <a:xfrm>
            <a:off x="8934906" y="3375380"/>
            <a:ext cx="835333" cy="835333"/>
          </a:xfrm>
          <a:custGeom>
            <a:avLst/>
            <a:gdLst>
              <a:gd name="connsiteX0" fmla="*/ 0 w 835333"/>
              <a:gd name="connsiteY0" fmla="*/ 0 h 835333"/>
              <a:gd name="connsiteX1" fmla="*/ 835333 w 835333"/>
              <a:gd name="connsiteY1" fmla="*/ 0 h 835333"/>
              <a:gd name="connsiteX2" fmla="*/ 835333 w 835333"/>
              <a:gd name="connsiteY2" fmla="*/ 835333 h 835333"/>
              <a:gd name="connsiteX3" fmla="*/ 255709 w 835333"/>
              <a:gd name="connsiteY3" fmla="*/ 835333 h 835333"/>
              <a:gd name="connsiteX4" fmla="*/ 0 w 835333"/>
              <a:gd name="connsiteY4" fmla="*/ 561831 h 835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35333" h="835333">
                <a:moveTo>
                  <a:pt x="0" y="0"/>
                </a:moveTo>
                <a:lnTo>
                  <a:pt x="835333" y="0"/>
                </a:lnTo>
                <a:lnTo>
                  <a:pt x="835333" y="835333"/>
                </a:lnTo>
                <a:lnTo>
                  <a:pt x="255709" y="835333"/>
                </a:lnTo>
                <a:lnTo>
                  <a:pt x="0" y="561831"/>
                </a:lnTo>
                <a:close/>
              </a:path>
            </a:pathLst>
          </a:custGeom>
        </p:spPr>
      </p:pic>
      <p:grpSp>
        <p:nvGrpSpPr>
          <p:cNvPr id="82" name="그룹 81">
            <a:extLst>
              <a:ext uri="{FF2B5EF4-FFF2-40B4-BE49-F238E27FC236}">
                <a16:creationId xmlns:a16="http://schemas.microsoft.com/office/drawing/2014/main" id="{186AAFC3-EDFB-DFCC-B7A6-6BE424A9FD29}"/>
              </a:ext>
            </a:extLst>
          </p:cNvPr>
          <p:cNvGrpSpPr/>
          <p:nvPr/>
        </p:nvGrpSpPr>
        <p:grpSpPr>
          <a:xfrm>
            <a:off x="9719352" y="4944686"/>
            <a:ext cx="1080000" cy="1080000"/>
            <a:chOff x="9719352" y="4944686"/>
            <a:chExt cx="1080000" cy="1080000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4B561342-5830-2135-D539-A1B6EF0D11B5}"/>
                </a:ext>
              </a:extLst>
            </p:cNvPr>
            <p:cNvSpPr/>
            <p:nvPr/>
          </p:nvSpPr>
          <p:spPr>
            <a:xfrm>
              <a:off x="9719352" y="4944686"/>
              <a:ext cx="1080000" cy="1080000"/>
            </a:xfrm>
            <a:prstGeom prst="roundRect">
              <a:avLst>
                <a:gd name="adj" fmla="val 0"/>
              </a:avLst>
            </a:prstGeom>
            <a:noFill/>
            <a:ln w="76200">
              <a:solidFill>
                <a:srgbClr val="4C4C4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3CB17304-393E-F6DC-DC51-09738D11BF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9841740" y="5067074"/>
              <a:ext cx="835224" cy="835224"/>
            </a:xfrm>
            <a:prstGeom prst="rect">
              <a:avLst/>
            </a:prstGeom>
          </p:spPr>
        </p:pic>
      </p:grpSp>
      <p:pic>
        <p:nvPicPr>
          <p:cNvPr id="84" name="그래픽 83" descr="대상 단색으로 채워진">
            <a:extLst>
              <a:ext uri="{FF2B5EF4-FFF2-40B4-BE49-F238E27FC236}">
                <a16:creationId xmlns:a16="http://schemas.microsoft.com/office/drawing/2014/main" id="{38C0AB4B-AC9A-A9AA-66C6-FCB163865FF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7941762" y="3663300"/>
            <a:ext cx="1080000" cy="1080000"/>
          </a:xfrm>
          <a:prstGeom prst="rect">
            <a:avLst/>
          </a:prstGeom>
        </p:spPr>
      </p:pic>
      <p:pic>
        <p:nvPicPr>
          <p:cNvPr id="88" name="그림 87" descr="빛, 원, 어둠, 다채로움이(가) 표시된 사진&#10;&#10;자동 생성된 설명">
            <a:extLst>
              <a:ext uri="{FF2B5EF4-FFF2-40B4-BE49-F238E27FC236}">
                <a16:creationId xmlns:a16="http://schemas.microsoft.com/office/drawing/2014/main" id="{AA278E2F-53C3-3589-9694-3DA75E6854CF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03" t="6000" r="25250" b="6000"/>
          <a:stretch/>
        </p:blipFill>
        <p:spPr>
          <a:xfrm>
            <a:off x="3227449" y="600073"/>
            <a:ext cx="5697476" cy="5657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181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7366</TotalTime>
  <Words>3</Words>
  <Application>Microsoft Office PowerPoint</Application>
  <PresentationFormat>와이드스크린</PresentationFormat>
  <Paragraphs>2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Oxanium Light</vt:lpstr>
      <vt:lpstr>맑은 고딕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오진혁[ 박사후연구원 / 기계공학부 ]</dc:creator>
  <cp:lastModifiedBy>오진혁[ 박사후연구원 / 기계공학부 ]</cp:lastModifiedBy>
  <cp:revision>4</cp:revision>
  <dcterms:created xsi:type="dcterms:W3CDTF">2024-10-16T01:47:28Z</dcterms:created>
  <dcterms:modified xsi:type="dcterms:W3CDTF">2024-10-21T05:01:33Z</dcterms:modified>
</cp:coreProperties>
</file>